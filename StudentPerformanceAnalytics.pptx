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4F8EF7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8EF7">
              <a:alpha val="8000"/>
            </a:srgbClr>
          </a:solidFill>
          <a:ln w="12700">
            <a:solidFill>
              <a:srgbClr val="4F8EF7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Performance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31520" y="208483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System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31520" y="29443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1,000+ Student Records • Reducing Analysis Time by 50%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3474720"/>
            <a:ext cx="1417320" cy="292608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31720" y="3474720"/>
            <a:ext cx="1417320" cy="292608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3474720"/>
            <a:ext cx="1417320" cy="292608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4747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EduMetrics Analytics Platform  |  Academic Year 2024–25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5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— Current Academic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057400" cy="256032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0574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261872"/>
            <a:ext cx="457200" cy="411480"/>
          </a:xfrm>
          <a:prstGeom prst="rect">
            <a:avLst/>
          </a:prstGeom>
          <a:solidFill>
            <a:srgbClr val="4F8EF7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035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788920"/>
            <a:ext cx="173736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8.3% YoY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097280"/>
            <a:ext cx="2057400" cy="256032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1097280"/>
            <a:ext cx="20574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6352" y="1261872"/>
            <a:ext cx="457200" cy="4114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2618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16352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81635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16352" y="2788920"/>
            <a:ext cx="173736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3.1% YoY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1097280"/>
            <a:ext cx="2057400" cy="256032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097280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02352" y="1261872"/>
            <a:ext cx="457200" cy="4114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2618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02352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10235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02352" y="2788920"/>
            <a:ext cx="173736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1.7% YoY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1097280"/>
            <a:ext cx="2057400" cy="256032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097280"/>
            <a:ext cx="2057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88352" y="1261872"/>
            <a:ext cx="457200" cy="41148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12618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88352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388352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88352" y="2788920"/>
            <a:ext cx="1737360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12% YoY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8412480" cy="640080"/>
          </a:xfrm>
          <a:prstGeom prst="rect">
            <a:avLst/>
          </a:prstGeom>
          <a:solidFill>
            <a:srgbClr val="131929"/>
          </a:solidFill>
          <a:ln w="12700">
            <a:solidFill>
              <a:srgbClr val="4F8E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840480"/>
            <a:ext cx="54864" cy="640080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8404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Analysis time reduced by 50% through automated data pipelines and real-time dashboard integration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System  | 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5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37490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Before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164592" cy="164592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984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for 1,000+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801368"/>
            <a:ext cx="164592" cy="164592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739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taking 4–6 hours per report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276856"/>
            <a:ext cx="164592" cy="164592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94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student risks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752344"/>
            <a:ext cx="164592" cy="164592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249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 across spreadsheets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227832"/>
            <a:ext cx="164592" cy="164592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interventions for at-risk students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703320"/>
            <a:ext cx="164592" cy="164592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75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 tracking across semesters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4023360" cy="37490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77724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3566160" cy="685800"/>
          </a:xfrm>
          <a:prstGeom prst="rect">
            <a:avLst/>
          </a:prstGeom>
          <a:solidFill>
            <a:srgbClr val="0F1528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 hrs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0" y="1673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report generation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130552"/>
            <a:ext cx="3566160" cy="685800"/>
          </a:xfrm>
          <a:prstGeom prst="rect">
            <a:avLst/>
          </a:prstGeom>
          <a:solidFill>
            <a:srgbClr val="0F1528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76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24780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issues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935224"/>
            <a:ext cx="3566160" cy="685800"/>
          </a:xfrm>
          <a:prstGeom prst="rect">
            <a:avLst/>
          </a:prstGeom>
          <a:solidFill>
            <a:srgbClr val="0F1528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980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29200" y="32826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timing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739896"/>
            <a:ext cx="3566160" cy="685800"/>
          </a:xfrm>
          <a:prstGeom prst="rect">
            <a:avLst/>
          </a:prstGeom>
          <a:solidFill>
            <a:srgbClr val="0F1528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7856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29200" y="4087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System  | 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5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97280" y="777240"/>
            <a:ext cx="6949440" cy="77724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777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1612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Records, Attendance, Grades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0" cy="274320"/>
          </a:xfrm>
          <a:prstGeom prst="line">
            <a:avLst/>
          </a:prstGeom>
          <a:noFill/>
          <a:ln w="1905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7099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▼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97280" y="1828800"/>
            <a:ext cx="6949440" cy="777240"/>
          </a:xfrm>
          <a:prstGeom prst="rect">
            <a:avLst/>
          </a:prstGeom>
          <a:solidFill>
            <a:srgbClr val="4F8EF7">
              <a:alpha val="18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2128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Engine, Risk Scoring, Trend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606040"/>
            <a:ext cx="0" cy="274320"/>
          </a:xfrm>
          <a:prstGeom prst="line">
            <a:avLst/>
          </a:prstGeom>
          <a:noFill/>
          <a:ln w="19050">
            <a:solidFill>
              <a:srgbClr val="4F8EF7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76148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8EF7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97280" y="2880360"/>
            <a:ext cx="6949440" cy="77724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880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32644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Charts, Alerts, Export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1325880" cy="320040"/>
          </a:xfrm>
          <a:prstGeom prst="rect">
            <a:avLst/>
          </a:prstGeom>
          <a:solidFill>
            <a:srgbClr val="4F8EF7">
              <a:alpha val="12000"/>
            </a:srgbClr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HTML5/CSS3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10512" y="4114800"/>
            <a:ext cx="1325880" cy="320040"/>
          </a:xfrm>
          <a:prstGeom prst="rect">
            <a:avLst/>
          </a:prstGeom>
          <a:solidFill>
            <a:srgbClr val="4F8EF7">
              <a:alpha val="12000"/>
            </a:srgbClr>
          </a:solidFill>
          <a:ln w="635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0512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55264" y="4114800"/>
            <a:ext cx="1325880" cy="32004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55264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4114800"/>
            <a:ext cx="1325880" cy="320040"/>
          </a:xfrm>
          <a:prstGeom prst="rect">
            <a:avLst/>
          </a:prstGeom>
          <a:solidFill>
            <a:srgbClr val="06B6D4">
              <a:alpha val="12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Graphics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44768" y="4114800"/>
            <a:ext cx="1325880" cy="32004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4114800"/>
            <a:ext cx="1325880" cy="320040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System  | 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5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06040" cy="16916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260604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941832"/>
            <a:ext cx="411480" cy="411480"/>
          </a:xfrm>
          <a:prstGeom prst="rect">
            <a:avLst/>
          </a:prstGeom>
          <a:solidFill>
            <a:srgbClr val="4F8EF7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19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KPIs: total students, average score, pass rate, and at-risk count with trend indicators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606040" cy="16916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04672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941832"/>
            <a:ext cx="411480" cy="41148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Filter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719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filtering by performance tier — At Risk, Top Performers, Improving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804672"/>
            <a:ext cx="2606040" cy="16916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04672"/>
            <a:ext cx="26060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941832"/>
            <a:ext cx="411480" cy="41148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9632" y="1426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1719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trend visualization across 9 months with area chart and comparison lines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79192"/>
            <a:ext cx="2606040" cy="16916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79192"/>
            <a:ext cx="26060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2816352"/>
            <a:ext cx="411480" cy="41148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593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classification: Low / Medium / High risk based on score and attendance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679192"/>
            <a:ext cx="2606040" cy="16916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679192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2816352"/>
            <a:ext cx="411480" cy="41148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64992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64992" y="3593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— add new students, view records, manage 1,000+ entries efficiently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679192"/>
            <a:ext cx="2606040" cy="1691640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3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679192"/>
            <a:ext cx="26060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9632" y="2816352"/>
            <a:ext cx="411480" cy="41148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99632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9632" y="359359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all student data for offline analysis and reporting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System  | 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5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Metrics &amp; Grade Distribution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Average Scores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143000"/>
            <a:ext cx="2286000" cy="1828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143000"/>
            <a:ext cx="1988820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97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691640"/>
            <a:ext cx="2286000" cy="1828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691640"/>
            <a:ext cx="185166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45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240280"/>
            <a:ext cx="2286000" cy="1828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2240280"/>
            <a:ext cx="18059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2788920"/>
            <a:ext cx="2286000" cy="1828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2788920"/>
            <a:ext cx="1691640" cy="182880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743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3337560"/>
            <a:ext cx="2286000" cy="1828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3337560"/>
            <a:ext cx="1645920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94560" y="3886200"/>
            <a:ext cx="2286000" cy="1828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3886200"/>
            <a:ext cx="15544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840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1371600"/>
            <a:ext cx="3657600" cy="22860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371600"/>
            <a:ext cx="1243584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1353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2194560"/>
            <a:ext cx="3657600" cy="22860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2194560"/>
            <a:ext cx="1024128" cy="228600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75–89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3017520"/>
            <a:ext cx="3657600" cy="22860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017520"/>
            <a:ext cx="804672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46720" y="2999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0" y="3840480"/>
            <a:ext cx="3657600" cy="22860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0" y="3840480"/>
            <a:ext cx="585216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D/F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9224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38221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System  | 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5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Business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874520" cy="1737360"/>
          </a:xfrm>
          <a:prstGeom prst="rect">
            <a:avLst/>
          </a:prstGeom>
          <a:solidFill>
            <a:srgbClr val="131929"/>
          </a:solidFill>
          <a:ln w="12700">
            <a:solidFill>
              <a:srgbClr val="4F8EF7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analysis 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4–6 hrs to ~2 hrs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804672"/>
            <a:ext cx="1874520" cy="1737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0B981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1536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managed seamlessly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901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in one system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1874520" cy="1737360"/>
          </a:xfrm>
          <a:prstGeom prst="rect">
            <a:avLst/>
          </a:prstGeom>
          <a:solidFill>
            <a:srgbClr val="131929"/>
          </a:solidFill>
          <a:ln w="12700">
            <a:solidFill>
              <a:srgbClr val="06B6D4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63440" y="1536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at-risk students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901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impact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804672"/>
            <a:ext cx="1874520" cy="1737360"/>
          </a:xfrm>
          <a:prstGeom prst="rect">
            <a:avLst/>
          </a:prstGeom>
          <a:solidFill>
            <a:srgbClr val="131929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8686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66560" y="1536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achieved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9019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Comparison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4023360" cy="1371600"/>
          </a:xfrm>
          <a:prstGeom prst="rect">
            <a:avLst/>
          </a:prstGeom>
          <a:solidFill>
            <a:srgbClr val="131929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63240"/>
            <a:ext cx="40233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spreadsheets — 4–6 hrs/report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at-risk detection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Delayed teacher response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Fragmented data sources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023360" cy="1371600"/>
          </a:xfrm>
          <a:prstGeom prst="rect">
            <a:avLst/>
          </a:prstGeom>
          <a:solidFill>
            <a:srgbClr val="131929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06324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dashboard — ~2 hrs/report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risk scoring &amp; alerts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teacher notification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source of truth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Analytics System  | 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4F8EF7">
              <a:alpha val="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EduMetrics has transformed data-driven education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772400" cy="438912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 of 1,000+ student records in a single platform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7772400" cy="438912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3055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13055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reduction in analysis time through automated pipelines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60904"/>
            <a:ext cx="7772400" cy="438912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609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6609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scoring enables early intervention for struggling students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191256"/>
            <a:ext cx="7772400" cy="438912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9125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19125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grade distribution and subject performance tracking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721608"/>
            <a:ext cx="7772400" cy="438912"/>
          </a:xfrm>
          <a:prstGeom prst="rect">
            <a:avLst/>
          </a:prstGeom>
          <a:solidFill>
            <a:srgbClr val="131929"/>
          </a:solidFill>
          <a:ln w="6350">
            <a:solidFill>
              <a:srgbClr val="6B7DB3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2160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72160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 reports ensure seamless collaboration with stakeholders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192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EduMetrics Analytics Platform  |  2024–25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Analytics System</dc:title>
  <dc:subject>PptxGenJS Presentation</dc:subject>
  <dc:creator>EduMetrics Analytics</dc:creator>
  <cp:lastModifiedBy>EduMetrics Analytics</cp:lastModifiedBy>
  <cp:revision>1</cp:revision>
  <dcterms:created xsi:type="dcterms:W3CDTF">2026-03-17T23:21:06Z</dcterms:created>
  <dcterms:modified xsi:type="dcterms:W3CDTF">2026-03-17T23:21:06Z</dcterms:modified>
</cp:coreProperties>
</file>